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AAB1B-27CA-463B-BAC1-91BE0770A897}" v="147" dt="2026-03-19T02:06:31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 snapToGrid="0">
      <p:cViewPr>
        <p:scale>
          <a:sx n="50" d="100"/>
          <a:sy n="50" d="100"/>
        </p:scale>
        <p:origin x="1268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ton Ocampo" userId="23250f9e71fde5cb" providerId="LiveId" clId="{7F67DA37-CFF4-4BFA-9B21-747D97BBBA79}"/>
    <pc:docChg chg="undo custSel addSld delSld modSld modMainMaster">
      <pc:chgData name="Milton Ocampo" userId="23250f9e71fde5cb" providerId="LiveId" clId="{7F67DA37-CFF4-4BFA-9B21-747D97BBBA79}" dt="2026-03-19T02:07:05.841" v="960" actId="1076"/>
      <pc:docMkLst>
        <pc:docMk/>
      </pc:docMkLst>
      <pc:sldChg chg="addSp delSp modSp mod modTransition setBg">
        <pc:chgData name="Milton Ocampo" userId="23250f9e71fde5cb" providerId="LiveId" clId="{7F67DA37-CFF4-4BFA-9B21-747D97BBBA79}" dt="2026-03-19T02:03:38.477" v="909"/>
        <pc:sldMkLst>
          <pc:docMk/>
          <pc:sldMk cId="93467643" sldId="256"/>
        </pc:sldMkLst>
        <pc:spChg chg="mod">
          <ac:chgData name="Milton Ocampo" userId="23250f9e71fde5cb" providerId="LiveId" clId="{7F67DA37-CFF4-4BFA-9B21-747D97BBBA79}" dt="2026-03-19T02:03:33.033" v="908" actId="1076"/>
          <ac:spMkLst>
            <pc:docMk/>
            <pc:sldMk cId="93467643" sldId="256"/>
            <ac:spMk id="2" creationId="{84B71E4F-1B3D-3FEB-82FF-C019BF334E05}"/>
          </ac:spMkLst>
        </pc:spChg>
        <pc:spChg chg="del mod">
          <ac:chgData name="Milton Ocampo" userId="23250f9e71fde5cb" providerId="LiveId" clId="{7F67DA37-CFF4-4BFA-9B21-747D97BBBA79}" dt="2026-03-19T01:43:47.385" v="705" actId="21"/>
          <ac:spMkLst>
            <pc:docMk/>
            <pc:sldMk cId="93467643" sldId="256"/>
            <ac:spMk id="3" creationId="{506A88FD-C4B1-4A8C-3ED4-270EA1CFCCF4}"/>
          </ac:spMkLst>
        </pc:spChg>
        <pc:spChg chg="add del mod">
          <ac:chgData name="Milton Ocampo" userId="23250f9e71fde5cb" providerId="LiveId" clId="{7F67DA37-CFF4-4BFA-9B21-747D97BBBA79}" dt="2026-03-19T02:02:14.366" v="853" actId="478"/>
          <ac:spMkLst>
            <pc:docMk/>
            <pc:sldMk cId="93467643" sldId="256"/>
            <ac:spMk id="4" creationId="{D6E350FE-7144-7218-4444-B27E5F885599}"/>
          </ac:spMkLst>
        </pc:spChg>
        <pc:spChg chg="add mod">
          <ac:chgData name="Milton Ocampo" userId="23250f9e71fde5cb" providerId="LiveId" clId="{7F67DA37-CFF4-4BFA-9B21-747D97BBBA79}" dt="2026-03-19T02:01:23.697" v="844" actId="33987"/>
          <ac:spMkLst>
            <pc:docMk/>
            <pc:sldMk cId="93467643" sldId="256"/>
            <ac:spMk id="5" creationId="{9234A122-5FDE-45CC-6348-038B1A23D474}"/>
          </ac:spMkLst>
        </pc:spChg>
        <pc:spChg chg="add del mod">
          <ac:chgData name="Milton Ocampo" userId="23250f9e71fde5cb" providerId="LiveId" clId="{7F67DA37-CFF4-4BFA-9B21-747D97BBBA79}" dt="2026-03-19T02:03:03.108" v="898"/>
          <ac:spMkLst>
            <pc:docMk/>
            <pc:sldMk cId="93467643" sldId="256"/>
            <ac:spMk id="6" creationId="{2D6FBC6C-05EB-64F0-2AAA-25F2F8CF3BB7}"/>
          </ac:spMkLst>
        </pc:spChg>
        <pc:spChg chg="add mod">
          <ac:chgData name="Milton Ocampo" userId="23250f9e71fde5cb" providerId="LiveId" clId="{7F67DA37-CFF4-4BFA-9B21-747D97BBBA79}" dt="2026-03-19T02:03:23.978" v="906" actId="1076"/>
          <ac:spMkLst>
            <pc:docMk/>
            <pc:sldMk cId="93467643" sldId="256"/>
            <ac:spMk id="7" creationId="{732D19ED-6559-6593-2CEB-8A0B4FC32474}"/>
          </ac:spMkLst>
        </pc:spChg>
      </pc:sldChg>
      <pc:sldChg chg="addSp delSp modSp mod modTransition setBg">
        <pc:chgData name="Milton Ocampo" userId="23250f9e71fde5cb" providerId="LiveId" clId="{7F67DA37-CFF4-4BFA-9B21-747D97BBBA79}" dt="2026-03-19T02:03:41.103" v="910"/>
        <pc:sldMkLst>
          <pc:docMk/>
          <pc:sldMk cId="4020314158" sldId="257"/>
        </pc:sldMkLst>
        <pc:spChg chg="mod">
          <ac:chgData name="Milton Ocampo" userId="23250f9e71fde5cb" providerId="LiveId" clId="{7F67DA37-CFF4-4BFA-9B21-747D97BBBA79}" dt="2026-03-17T18:05:08.256" v="321" actId="1076"/>
          <ac:spMkLst>
            <pc:docMk/>
            <pc:sldMk cId="4020314158" sldId="257"/>
            <ac:spMk id="2" creationId="{07CE7444-9094-7BBB-4EC9-364E3FF8320B}"/>
          </ac:spMkLst>
        </pc:spChg>
        <pc:spChg chg="mod">
          <ac:chgData name="Milton Ocampo" userId="23250f9e71fde5cb" providerId="LiveId" clId="{7F67DA37-CFF4-4BFA-9B21-747D97BBBA79}" dt="2026-03-17T17:54:51.763" v="295"/>
          <ac:spMkLst>
            <pc:docMk/>
            <pc:sldMk cId="4020314158" sldId="257"/>
            <ac:spMk id="3" creationId="{0A9CEDFB-8F48-2BF5-132F-EA4ADEAD83B0}"/>
          </ac:spMkLst>
        </pc:spChg>
        <pc:spChg chg="add del mod">
          <ac:chgData name="Milton Ocampo" userId="23250f9e71fde5cb" providerId="LiveId" clId="{7F67DA37-CFF4-4BFA-9B21-747D97BBBA79}" dt="2026-03-19T00:55:48.330" v="525" actId="21"/>
          <ac:spMkLst>
            <pc:docMk/>
            <pc:sldMk cId="4020314158" sldId="257"/>
            <ac:spMk id="4" creationId="{DBC242E1-117F-0FFE-1251-C38DE600B38F}"/>
          </ac:spMkLst>
        </pc:spChg>
        <pc:spChg chg="add">
          <ac:chgData name="Milton Ocampo" userId="23250f9e71fde5cb" providerId="LiveId" clId="{7F67DA37-CFF4-4BFA-9B21-747D97BBBA79}" dt="2026-03-19T00:55:20.471" v="518"/>
          <ac:spMkLst>
            <pc:docMk/>
            <pc:sldMk cId="4020314158" sldId="257"/>
            <ac:spMk id="7" creationId="{6A712816-E2E6-A500-C450-A1F6EAB3D591}"/>
          </ac:spMkLst>
        </pc:spChg>
        <pc:spChg chg="add mod">
          <ac:chgData name="Milton Ocampo" userId="23250f9e71fde5cb" providerId="LiveId" clId="{7F67DA37-CFF4-4BFA-9B21-747D97BBBA79}" dt="2026-03-19T00:58:34.251" v="552" actId="20577"/>
          <ac:spMkLst>
            <pc:docMk/>
            <pc:sldMk cId="4020314158" sldId="257"/>
            <ac:spMk id="8" creationId="{F6910FD3-1D3F-EBE3-1214-624E248D96F1}"/>
          </ac:spMkLst>
        </pc:spChg>
        <pc:picChg chg="add del mod">
          <ac:chgData name="Milton Ocampo" userId="23250f9e71fde5cb" providerId="LiveId" clId="{7F67DA37-CFF4-4BFA-9B21-747D97BBBA79}" dt="2026-03-19T00:57:04.811" v="541" actId="21"/>
          <ac:picMkLst>
            <pc:docMk/>
            <pc:sldMk cId="4020314158" sldId="257"/>
            <ac:picMk id="6" creationId="{27185DFA-27D4-5C1F-EAF8-6B7BDFB2D7DA}"/>
          </ac:picMkLst>
        </pc:picChg>
        <pc:picChg chg="add mod">
          <ac:chgData name="Milton Ocampo" userId="23250f9e71fde5cb" providerId="LiveId" clId="{7F67DA37-CFF4-4BFA-9B21-747D97BBBA79}" dt="2026-03-19T00:57:31.616" v="548" actId="1076"/>
          <ac:picMkLst>
            <pc:docMk/>
            <pc:sldMk cId="4020314158" sldId="257"/>
            <ac:picMk id="10" creationId="{59B6A37C-6763-0903-B7DC-A19E7A66C62A}"/>
          </ac:picMkLst>
        </pc:picChg>
      </pc:sldChg>
      <pc:sldChg chg="addSp delSp modSp mod modTransition">
        <pc:chgData name="Milton Ocampo" userId="23250f9e71fde5cb" providerId="LiveId" clId="{7F67DA37-CFF4-4BFA-9B21-747D97BBBA79}" dt="2026-03-19T02:03:42.574" v="911"/>
        <pc:sldMkLst>
          <pc:docMk/>
          <pc:sldMk cId="3305062884" sldId="258"/>
        </pc:sldMkLst>
        <pc:spChg chg="mod">
          <ac:chgData name="Milton Ocampo" userId="23250f9e71fde5cb" providerId="LiveId" clId="{7F67DA37-CFF4-4BFA-9B21-747D97BBBA79}" dt="2026-03-17T17:54:51.763" v="295"/>
          <ac:spMkLst>
            <pc:docMk/>
            <pc:sldMk cId="3305062884" sldId="258"/>
            <ac:spMk id="2" creationId="{BE1AF612-8A64-DE23-BA13-FE50B2F3934F}"/>
          </ac:spMkLst>
        </pc:spChg>
        <pc:spChg chg="add mod">
          <ac:chgData name="Milton Ocampo" userId="23250f9e71fde5cb" providerId="LiveId" clId="{7F67DA37-CFF4-4BFA-9B21-747D97BBBA79}" dt="2026-03-19T00:59:29.670" v="566" actId="20577"/>
          <ac:spMkLst>
            <pc:docMk/>
            <pc:sldMk cId="3305062884" sldId="258"/>
            <ac:spMk id="4" creationId="{14BA1560-25BE-94B5-E5F4-AA0F37D47772}"/>
          </ac:spMkLst>
        </pc:spChg>
        <pc:picChg chg="add mod">
          <ac:chgData name="Milton Ocampo" userId="23250f9e71fde5cb" providerId="LiveId" clId="{7F67DA37-CFF4-4BFA-9B21-747D97BBBA79}" dt="2026-03-19T00:59:09.459" v="560" actId="1076"/>
          <ac:picMkLst>
            <pc:docMk/>
            <pc:sldMk cId="3305062884" sldId="258"/>
            <ac:picMk id="6" creationId="{27185DFA-27D4-5C1F-EAF8-6B7BDFB2D7DA}"/>
          </ac:picMkLst>
        </pc:picChg>
      </pc:sldChg>
      <pc:sldChg chg="addSp delSp modSp mod modTransition">
        <pc:chgData name="Milton Ocampo" userId="23250f9e71fde5cb" providerId="LiveId" clId="{7F67DA37-CFF4-4BFA-9B21-747D97BBBA79}" dt="2026-03-19T02:03:45.734" v="912"/>
        <pc:sldMkLst>
          <pc:docMk/>
          <pc:sldMk cId="2722131489" sldId="259"/>
        </pc:sldMkLst>
        <pc:spChg chg="mod">
          <ac:chgData name="Milton Ocampo" userId="23250f9e71fde5cb" providerId="LiveId" clId="{7F67DA37-CFF4-4BFA-9B21-747D97BBBA79}" dt="2026-03-17T17:54:51.763" v="295"/>
          <ac:spMkLst>
            <pc:docMk/>
            <pc:sldMk cId="2722131489" sldId="259"/>
            <ac:spMk id="2" creationId="{86DD80B0-2009-C939-7EF5-1C27DC57FB07}"/>
          </ac:spMkLst>
        </pc:spChg>
        <pc:spChg chg="add mod">
          <ac:chgData name="Milton Ocampo" userId="23250f9e71fde5cb" providerId="LiveId" clId="{7F67DA37-CFF4-4BFA-9B21-747D97BBBA79}" dt="2026-03-19T01:02:17.280" v="579" actId="1076"/>
          <ac:spMkLst>
            <pc:docMk/>
            <pc:sldMk cId="2722131489" sldId="259"/>
            <ac:spMk id="4" creationId="{A42A7568-E0B4-98A1-47F4-966CBA5F42A4}"/>
          </ac:spMkLst>
        </pc:spChg>
        <pc:spChg chg="add mod">
          <ac:chgData name="Milton Ocampo" userId="23250f9e71fde5cb" providerId="LiveId" clId="{7F67DA37-CFF4-4BFA-9B21-747D97BBBA79}" dt="2026-03-19T01:03:00.660" v="586" actId="2085"/>
          <ac:spMkLst>
            <pc:docMk/>
            <pc:sldMk cId="2722131489" sldId="259"/>
            <ac:spMk id="6" creationId="{0001F3EF-CA1F-1943-DDCE-DA7F4FB12DE4}"/>
          </ac:spMkLst>
        </pc:spChg>
        <pc:picChg chg="add mod modCrop">
          <ac:chgData name="Milton Ocampo" userId="23250f9e71fde5cb" providerId="LiveId" clId="{7F67DA37-CFF4-4BFA-9B21-747D97BBBA79}" dt="2026-03-19T01:02:30.360" v="583" actId="1076"/>
          <ac:picMkLst>
            <pc:docMk/>
            <pc:sldMk cId="2722131489" sldId="259"/>
            <ac:picMk id="5" creationId="{691FCAB9-2A35-235C-1D12-C9EBEE7B1D0E}"/>
          </ac:picMkLst>
        </pc:picChg>
      </pc:sldChg>
      <pc:sldChg chg="addSp delSp modSp mod modTransition">
        <pc:chgData name="Milton Ocampo" userId="23250f9e71fde5cb" providerId="LiveId" clId="{7F67DA37-CFF4-4BFA-9B21-747D97BBBA79}" dt="2026-03-19T02:03:47.184" v="913"/>
        <pc:sldMkLst>
          <pc:docMk/>
          <pc:sldMk cId="2908226392" sldId="260"/>
        </pc:sldMkLst>
        <pc:spChg chg="mod">
          <ac:chgData name="Milton Ocampo" userId="23250f9e71fde5cb" providerId="LiveId" clId="{7F67DA37-CFF4-4BFA-9B21-747D97BBBA79}" dt="2026-03-19T01:15:28.283" v="611" actId="14100"/>
          <ac:spMkLst>
            <pc:docMk/>
            <pc:sldMk cId="2908226392" sldId="260"/>
            <ac:spMk id="2" creationId="{B1408AA0-A00A-C630-3576-632CE64898B9}"/>
          </ac:spMkLst>
        </pc:spChg>
        <pc:spChg chg="add mod">
          <ac:chgData name="Milton Ocampo" userId="23250f9e71fde5cb" providerId="LiveId" clId="{7F67DA37-CFF4-4BFA-9B21-747D97BBBA79}" dt="2026-03-19T01:16:15.992" v="618" actId="14100"/>
          <ac:spMkLst>
            <pc:docMk/>
            <pc:sldMk cId="2908226392" sldId="260"/>
            <ac:spMk id="4" creationId="{DBB47B2E-D527-CAA9-33E9-4C07BE850BE1}"/>
          </ac:spMkLst>
        </pc:spChg>
        <pc:picChg chg="add mod ord modCrop">
          <ac:chgData name="Milton Ocampo" userId="23250f9e71fde5cb" providerId="LiveId" clId="{7F67DA37-CFF4-4BFA-9B21-747D97BBBA79}" dt="2026-03-19T01:16:31.175" v="623" actId="14100"/>
          <ac:picMkLst>
            <pc:docMk/>
            <pc:sldMk cId="2908226392" sldId="260"/>
            <ac:picMk id="5" creationId="{03157AB4-31C0-08D9-B92C-490B57392CD2}"/>
          </ac:picMkLst>
        </pc:picChg>
        <pc:picChg chg="add mod">
          <ac:chgData name="Milton Ocampo" userId="23250f9e71fde5cb" providerId="LiveId" clId="{7F67DA37-CFF4-4BFA-9B21-747D97BBBA79}" dt="2026-03-19T01:16:46.352" v="627" actId="14100"/>
          <ac:picMkLst>
            <pc:docMk/>
            <pc:sldMk cId="2908226392" sldId="260"/>
            <ac:picMk id="7" creationId="{7AD004B8-5366-9FE1-4B27-CC6EDAD2CA42}"/>
          </ac:picMkLst>
        </pc:picChg>
      </pc:sldChg>
      <pc:sldChg chg="addSp delSp modSp mod modTransition">
        <pc:chgData name="Milton Ocampo" userId="23250f9e71fde5cb" providerId="LiveId" clId="{7F67DA37-CFF4-4BFA-9B21-747D97BBBA79}" dt="2026-03-19T02:03:49.768" v="914"/>
        <pc:sldMkLst>
          <pc:docMk/>
          <pc:sldMk cId="2880843903" sldId="261"/>
        </pc:sldMkLst>
        <pc:spChg chg="mod">
          <ac:chgData name="Milton Ocampo" userId="23250f9e71fde5cb" providerId="LiveId" clId="{7F67DA37-CFF4-4BFA-9B21-747D97BBBA79}" dt="2026-03-17T17:54:51.763" v="295"/>
          <ac:spMkLst>
            <pc:docMk/>
            <pc:sldMk cId="2880843903" sldId="261"/>
            <ac:spMk id="2" creationId="{D6622BD4-2306-A095-9BF6-54359C733497}"/>
          </ac:spMkLst>
        </pc:spChg>
        <pc:spChg chg="add mod">
          <ac:chgData name="Milton Ocampo" userId="23250f9e71fde5cb" providerId="LiveId" clId="{7F67DA37-CFF4-4BFA-9B21-747D97BBBA79}" dt="2026-03-19T01:29:29.811" v="668" actId="1076"/>
          <ac:spMkLst>
            <pc:docMk/>
            <pc:sldMk cId="2880843903" sldId="261"/>
            <ac:spMk id="4" creationId="{CD2FB6AC-45A1-54AE-26FC-A0F319DC7E7E}"/>
          </ac:spMkLst>
        </pc:spChg>
        <pc:picChg chg="add mod modCrop">
          <ac:chgData name="Milton Ocampo" userId="23250f9e71fde5cb" providerId="LiveId" clId="{7F67DA37-CFF4-4BFA-9B21-747D97BBBA79}" dt="2026-03-19T01:30:22.010" v="678" actId="1076"/>
          <ac:picMkLst>
            <pc:docMk/>
            <pc:sldMk cId="2880843903" sldId="261"/>
            <ac:picMk id="5" creationId="{D221B3DB-CBC2-8F07-B2C0-C06AF3FC61F3}"/>
          </ac:picMkLst>
        </pc:picChg>
      </pc:sldChg>
      <pc:sldChg chg="addSp delSp modSp mod modTransition">
        <pc:chgData name="Milton Ocampo" userId="23250f9e71fde5cb" providerId="LiveId" clId="{7F67DA37-CFF4-4BFA-9B21-747D97BBBA79}" dt="2026-03-19T02:03:51.218" v="915"/>
        <pc:sldMkLst>
          <pc:docMk/>
          <pc:sldMk cId="1149043124" sldId="262"/>
        </pc:sldMkLst>
        <pc:spChg chg="mod">
          <ac:chgData name="Milton Ocampo" userId="23250f9e71fde5cb" providerId="LiveId" clId="{7F67DA37-CFF4-4BFA-9B21-747D97BBBA79}" dt="2026-03-17T17:54:51.763" v="295"/>
          <ac:spMkLst>
            <pc:docMk/>
            <pc:sldMk cId="1149043124" sldId="262"/>
            <ac:spMk id="2" creationId="{30D4837D-0B28-534F-0336-5D65321BEF53}"/>
          </ac:spMkLst>
        </pc:spChg>
        <pc:spChg chg="add mod">
          <ac:chgData name="Milton Ocampo" userId="23250f9e71fde5cb" providerId="LiveId" clId="{7F67DA37-CFF4-4BFA-9B21-747D97BBBA79}" dt="2026-03-19T01:38:42.816" v="696" actId="1076"/>
          <ac:spMkLst>
            <pc:docMk/>
            <pc:sldMk cId="1149043124" sldId="262"/>
            <ac:spMk id="6" creationId="{322F88EF-122F-6417-50CA-5425638788CD}"/>
          </ac:spMkLst>
        </pc:spChg>
        <pc:picChg chg="add del mod modCrop">
          <ac:chgData name="Milton Ocampo" userId="23250f9e71fde5cb" providerId="LiveId" clId="{7F67DA37-CFF4-4BFA-9B21-747D97BBBA79}" dt="2026-03-19T01:37:02.977" v="690" actId="21"/>
          <ac:picMkLst>
            <pc:docMk/>
            <pc:sldMk cId="1149043124" sldId="262"/>
            <ac:picMk id="4" creationId="{1A09B5A8-D3EC-FE8F-3542-487245114415}"/>
          </ac:picMkLst>
        </pc:picChg>
        <pc:picChg chg="add mod">
          <ac:chgData name="Milton Ocampo" userId="23250f9e71fde5cb" providerId="LiveId" clId="{7F67DA37-CFF4-4BFA-9B21-747D97BBBA79}" dt="2026-03-19T01:38:39.239" v="695" actId="1076"/>
          <ac:picMkLst>
            <pc:docMk/>
            <pc:sldMk cId="1149043124" sldId="262"/>
            <ac:picMk id="7" creationId="{E6093431-B698-D2A8-FABE-6D79B4A6B046}"/>
          </ac:picMkLst>
        </pc:picChg>
      </pc:sldChg>
      <pc:sldChg chg="addSp delSp modSp mod modTransition">
        <pc:chgData name="Milton Ocampo" userId="23250f9e71fde5cb" providerId="LiveId" clId="{7F67DA37-CFF4-4BFA-9B21-747D97BBBA79}" dt="2026-03-19T02:03:54.991" v="916"/>
        <pc:sldMkLst>
          <pc:docMk/>
          <pc:sldMk cId="2319876916" sldId="263"/>
        </pc:sldMkLst>
        <pc:spChg chg="mod">
          <ac:chgData name="Milton Ocampo" userId="23250f9e71fde5cb" providerId="LiveId" clId="{7F67DA37-CFF4-4BFA-9B21-747D97BBBA79}" dt="2026-03-17T17:54:51.763" v="295"/>
          <ac:spMkLst>
            <pc:docMk/>
            <pc:sldMk cId="2319876916" sldId="263"/>
            <ac:spMk id="2" creationId="{9AD7E71F-8593-44BD-85D4-F819002493A0}"/>
          </ac:spMkLst>
        </pc:spChg>
        <pc:spChg chg="add mod">
          <ac:chgData name="Milton Ocampo" userId="23250f9e71fde5cb" providerId="LiveId" clId="{7F67DA37-CFF4-4BFA-9B21-747D97BBBA79}" dt="2026-03-19T01:38:51.086" v="698" actId="1076"/>
          <ac:spMkLst>
            <pc:docMk/>
            <pc:sldMk cId="2319876916" sldId="263"/>
            <ac:spMk id="4" creationId="{2E232473-0953-740E-8A5F-67B5077DD743}"/>
          </ac:spMkLst>
        </pc:spChg>
        <pc:picChg chg="add mod">
          <ac:chgData name="Milton Ocampo" userId="23250f9e71fde5cb" providerId="LiveId" clId="{7F67DA37-CFF4-4BFA-9B21-747D97BBBA79}" dt="2026-03-19T01:41:32.545" v="701" actId="1076"/>
          <ac:picMkLst>
            <pc:docMk/>
            <pc:sldMk cId="2319876916" sldId="263"/>
            <ac:picMk id="5" creationId="{89A8E412-8FD5-DA9E-1B5D-8BE96E3ED98A}"/>
          </ac:picMkLst>
        </pc:picChg>
      </pc:sldChg>
      <pc:sldChg chg="addSp delSp modSp mod modTransition">
        <pc:chgData name="Milton Ocampo" userId="23250f9e71fde5cb" providerId="LiveId" clId="{7F67DA37-CFF4-4BFA-9B21-747D97BBBA79}" dt="2026-03-19T02:03:56.775" v="917"/>
        <pc:sldMkLst>
          <pc:docMk/>
          <pc:sldMk cId="62183929" sldId="264"/>
        </pc:sldMkLst>
        <pc:spChg chg="mod">
          <ac:chgData name="Milton Ocampo" userId="23250f9e71fde5cb" providerId="LiveId" clId="{7F67DA37-CFF4-4BFA-9B21-747D97BBBA79}" dt="2026-03-19T01:41:55.925" v="704" actId="1076"/>
          <ac:spMkLst>
            <pc:docMk/>
            <pc:sldMk cId="62183929" sldId="264"/>
            <ac:spMk id="2" creationId="{8779104F-16E9-ED2B-B5CD-16F1D4BAD0C7}"/>
          </ac:spMkLst>
        </pc:spChg>
        <pc:spChg chg="add mod">
          <ac:chgData name="Milton Ocampo" userId="23250f9e71fde5cb" providerId="LiveId" clId="{7F67DA37-CFF4-4BFA-9B21-747D97BBBA79}" dt="2026-03-19T01:41:49.935" v="702" actId="14100"/>
          <ac:spMkLst>
            <pc:docMk/>
            <pc:sldMk cId="62183929" sldId="264"/>
            <ac:spMk id="5" creationId="{20735302-CF23-55CB-4888-396B8565BE07}"/>
          </ac:spMkLst>
        </pc:spChg>
        <pc:picChg chg="add mod">
          <ac:chgData name="Milton Ocampo" userId="23250f9e71fde5cb" providerId="LiveId" clId="{7F67DA37-CFF4-4BFA-9B21-747D97BBBA79}" dt="2026-03-19T01:46:12.224" v="715" actId="1076"/>
          <ac:picMkLst>
            <pc:docMk/>
            <pc:sldMk cId="62183929" sldId="264"/>
            <ac:picMk id="4" creationId="{8C926D61-FC29-D239-7B74-D426878673F4}"/>
          </ac:picMkLst>
        </pc:picChg>
      </pc:sldChg>
      <pc:sldChg chg="addSp delSp modSp mod modTransition">
        <pc:chgData name="Milton Ocampo" userId="23250f9e71fde5cb" providerId="LiveId" clId="{7F67DA37-CFF4-4BFA-9B21-747D97BBBA79}" dt="2026-03-19T02:05:29.266" v="934" actId="1076"/>
        <pc:sldMkLst>
          <pc:docMk/>
          <pc:sldMk cId="803584747" sldId="265"/>
        </pc:sldMkLst>
        <pc:spChg chg="mod">
          <ac:chgData name="Milton Ocampo" userId="23250f9e71fde5cb" providerId="LiveId" clId="{7F67DA37-CFF4-4BFA-9B21-747D97BBBA79}" dt="2026-03-17T17:54:51.763" v="295"/>
          <ac:spMkLst>
            <pc:docMk/>
            <pc:sldMk cId="803584747" sldId="265"/>
            <ac:spMk id="2" creationId="{9744E7EE-1403-D56B-C2A2-3E987A9530AA}"/>
          </ac:spMkLst>
        </pc:spChg>
        <pc:spChg chg="add mod">
          <ac:chgData name="Milton Ocampo" userId="23250f9e71fde5cb" providerId="LiveId" clId="{7F67DA37-CFF4-4BFA-9B21-747D97BBBA79}" dt="2026-03-19T02:05:25.103" v="932" actId="1076"/>
          <ac:spMkLst>
            <pc:docMk/>
            <pc:sldMk cId="803584747" sldId="265"/>
            <ac:spMk id="4" creationId="{5E975056-C5B3-A741-1FCC-464D19FAFEE9}"/>
          </ac:spMkLst>
        </pc:spChg>
        <pc:spChg chg="add del">
          <ac:chgData name="Milton Ocampo" userId="23250f9e71fde5cb" providerId="LiveId" clId="{7F67DA37-CFF4-4BFA-9B21-747D97BBBA79}" dt="2026-03-19T01:55:08.905" v="725" actId="22"/>
          <ac:spMkLst>
            <pc:docMk/>
            <pc:sldMk cId="803584747" sldId="265"/>
            <ac:spMk id="7" creationId="{05F03438-E192-60B1-79DD-626345166A22}"/>
          </ac:spMkLst>
        </pc:spChg>
        <pc:picChg chg="add del mod">
          <ac:chgData name="Milton Ocampo" userId="23250f9e71fde5cb" providerId="LiveId" clId="{7F67DA37-CFF4-4BFA-9B21-747D97BBBA79}" dt="2026-03-19T01:55:22.722" v="726" actId="21"/>
          <ac:picMkLst>
            <pc:docMk/>
            <pc:sldMk cId="803584747" sldId="265"/>
            <ac:picMk id="5" creationId="{2899F932-F748-C742-8A1C-EDD7DC90E227}"/>
          </ac:picMkLst>
        </pc:picChg>
        <pc:picChg chg="add del mod">
          <ac:chgData name="Milton Ocampo" userId="23250f9e71fde5cb" providerId="LiveId" clId="{7F67DA37-CFF4-4BFA-9B21-747D97BBBA79}" dt="2026-03-19T01:56:40.719" v="737" actId="21"/>
          <ac:picMkLst>
            <pc:docMk/>
            <pc:sldMk cId="803584747" sldId="265"/>
            <ac:picMk id="9" creationId="{E3247225-7AD2-96DC-6201-E2249479B8D9}"/>
          </ac:picMkLst>
        </pc:picChg>
        <pc:picChg chg="add del mod">
          <ac:chgData name="Milton Ocampo" userId="23250f9e71fde5cb" providerId="LiveId" clId="{7F67DA37-CFF4-4BFA-9B21-747D97BBBA79}" dt="2026-03-19T01:56:27.908" v="734" actId="21"/>
          <ac:picMkLst>
            <pc:docMk/>
            <pc:sldMk cId="803584747" sldId="265"/>
            <ac:picMk id="11" creationId="{A50D9CC4-4B3E-D3BE-4FC0-69D6C53B9521}"/>
          </ac:picMkLst>
        </pc:picChg>
        <pc:picChg chg="add del mod">
          <ac:chgData name="Milton Ocampo" userId="23250f9e71fde5cb" providerId="LiveId" clId="{7F67DA37-CFF4-4BFA-9B21-747D97BBBA79}" dt="2026-03-19T01:57:44.313" v="740" actId="21"/>
          <ac:picMkLst>
            <pc:docMk/>
            <pc:sldMk cId="803584747" sldId="265"/>
            <ac:picMk id="13" creationId="{E2846CE8-5B8D-4A66-04CE-957DF8CAF8BC}"/>
          </ac:picMkLst>
        </pc:picChg>
        <pc:picChg chg="add del mod">
          <ac:chgData name="Milton Ocampo" userId="23250f9e71fde5cb" providerId="LiveId" clId="{7F67DA37-CFF4-4BFA-9B21-747D97BBBA79}" dt="2026-03-19T02:04:08.174" v="921" actId="21"/>
          <ac:picMkLst>
            <pc:docMk/>
            <pc:sldMk cId="803584747" sldId="265"/>
            <ac:picMk id="15" creationId="{B3F81896-94AC-C459-055E-6FF6CC48ED8A}"/>
          </ac:picMkLst>
        </pc:picChg>
        <pc:picChg chg="add del mod">
          <ac:chgData name="Milton Ocampo" userId="23250f9e71fde5cb" providerId="LiveId" clId="{7F67DA37-CFF4-4BFA-9B21-747D97BBBA79}" dt="2026-03-19T02:04:50.916" v="926" actId="21"/>
          <ac:picMkLst>
            <pc:docMk/>
            <pc:sldMk cId="803584747" sldId="265"/>
            <ac:picMk id="17" creationId="{DA6FD75A-9FD5-44BE-A1DC-F8B9DC65987A}"/>
          </ac:picMkLst>
        </pc:picChg>
        <pc:picChg chg="add mod">
          <ac:chgData name="Milton Ocampo" userId="23250f9e71fde5cb" providerId="LiveId" clId="{7F67DA37-CFF4-4BFA-9B21-747D97BBBA79}" dt="2026-03-19T02:05:29.266" v="934" actId="1076"/>
          <ac:picMkLst>
            <pc:docMk/>
            <pc:sldMk cId="803584747" sldId="265"/>
            <ac:picMk id="19" creationId="{6439B9CD-0E7C-3E08-DD03-25B0DEF75FA1}"/>
          </ac:picMkLst>
        </pc:picChg>
      </pc:sldChg>
      <pc:sldChg chg="new del">
        <pc:chgData name="Milton Ocampo" userId="23250f9e71fde5cb" providerId="LiveId" clId="{7F67DA37-CFF4-4BFA-9B21-747D97BBBA79}" dt="2026-03-19T02:06:03.749" v="937" actId="2696"/>
        <pc:sldMkLst>
          <pc:docMk/>
          <pc:sldMk cId="2745150316" sldId="266"/>
        </pc:sldMkLst>
      </pc:sldChg>
      <pc:sldChg chg="delSp modSp add mod setBg">
        <pc:chgData name="Milton Ocampo" userId="23250f9e71fde5cb" providerId="LiveId" clId="{7F67DA37-CFF4-4BFA-9B21-747D97BBBA79}" dt="2026-03-19T02:07:05.841" v="960" actId="1076"/>
        <pc:sldMkLst>
          <pc:docMk/>
          <pc:sldMk cId="3690612636" sldId="267"/>
        </pc:sldMkLst>
        <pc:spChg chg="mod">
          <ac:chgData name="Milton Ocampo" userId="23250f9e71fde5cb" providerId="LiveId" clId="{7F67DA37-CFF4-4BFA-9B21-747D97BBBA79}" dt="2026-03-19T02:07:05.841" v="960" actId="1076"/>
          <ac:spMkLst>
            <pc:docMk/>
            <pc:sldMk cId="3690612636" sldId="267"/>
            <ac:spMk id="2" creationId="{F2CBBFE6-FCE5-230F-F4B9-4E9CEB0FE107}"/>
          </ac:spMkLst>
        </pc:spChg>
        <pc:spChg chg="del">
          <ac:chgData name="Milton Ocampo" userId="23250f9e71fde5cb" providerId="LiveId" clId="{7F67DA37-CFF4-4BFA-9B21-747D97BBBA79}" dt="2026-03-19T02:06:37.136" v="940" actId="21"/>
          <ac:spMkLst>
            <pc:docMk/>
            <pc:sldMk cId="3690612636" sldId="267"/>
            <ac:spMk id="7" creationId="{FBE547F7-FD34-75AC-DCB6-D6D933734C44}"/>
          </ac:spMkLst>
        </pc:spChg>
      </pc:sldChg>
      <pc:sldMasterChg chg="setBg modSldLayout">
        <pc:chgData name="Milton Ocampo" userId="23250f9e71fde5cb" providerId="LiveId" clId="{7F67DA37-CFF4-4BFA-9B21-747D97BBBA79}" dt="2026-03-17T17:55:32.111" v="299"/>
        <pc:sldMasterMkLst>
          <pc:docMk/>
          <pc:sldMasterMk cId="1155005913" sldId="2147483677"/>
        </pc:sldMasterMkLst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502646943" sldId="2147483678"/>
          </pc:sldLayoutMkLst>
        </pc:sldLayoutChg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1074045813" sldId="2147483679"/>
          </pc:sldLayoutMkLst>
        </pc:sldLayoutChg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3568859243" sldId="2147483680"/>
          </pc:sldLayoutMkLst>
        </pc:sldLayoutChg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1513781678" sldId="2147483681"/>
          </pc:sldLayoutMkLst>
        </pc:sldLayoutChg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172431934" sldId="2147483682"/>
          </pc:sldLayoutMkLst>
        </pc:sldLayoutChg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2246817539" sldId="2147483683"/>
          </pc:sldLayoutMkLst>
        </pc:sldLayoutChg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4120666465" sldId="2147483684"/>
          </pc:sldLayoutMkLst>
        </pc:sldLayoutChg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2998883101" sldId="2147483685"/>
          </pc:sldLayoutMkLst>
        </pc:sldLayoutChg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630028412" sldId="2147483686"/>
          </pc:sldLayoutMkLst>
        </pc:sldLayoutChg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2562687824" sldId="2147483687"/>
          </pc:sldLayoutMkLst>
        </pc:sldLayoutChg>
        <pc:sldLayoutChg chg="setBg">
          <pc:chgData name="Milton Ocampo" userId="23250f9e71fde5cb" providerId="LiveId" clId="{7F67DA37-CFF4-4BFA-9B21-747D97BBBA79}" dt="2026-03-17T17:55:32.111" v="299"/>
          <pc:sldLayoutMkLst>
            <pc:docMk/>
            <pc:sldMasterMk cId="1155005913" sldId="2147483677"/>
            <pc:sldLayoutMk cId="3446094553" sldId="214748368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9EBEA-7474-4D0A-8819-C60440CE7B26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52F12-B0B3-4533-9BD3-80DE872781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9179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2F12-B0B3-4533-9BD3-80DE87278126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6409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18603-6718-76AA-E107-A808F4977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595509-E851-7B54-E88A-2322BF7D8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BB40A-882B-7BED-CE9F-CE2C9F0E8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AEF6FA-691B-0006-9E35-38836C31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17CF98-B7D9-7632-2F6F-081C4EE1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2646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9F43E-90E4-03D9-8909-E92FD35C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0359B4-D2E3-BF5C-D318-8F2BF0C22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680749-9406-02D1-56C7-67C2D3B0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765C4D-A0E8-7DFD-1186-CE55828D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AA1E2D-50BC-6C60-56D3-03E616EE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404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EEDEB-6BBD-7C0A-76F5-09B4B31F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A2A152-56A8-D3DB-FB27-0ABC2B536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5357DC-41B6-B364-6BA5-AFB143B1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F22425-2745-4BD7-69E3-404A6CDA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16273F-C88C-E974-C622-189608B69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885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A3E42-367D-DA9F-2279-B77BC35E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6E37E0-2C29-D313-0075-9E2BFCD9A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93CC35-AF45-2FC8-B1C8-A0CD109BE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6E8721-CA84-6B75-1D25-46F7AE1FC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C13F0E-F69B-4359-DAE3-2E67AF9D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711B6C-84A1-4235-A773-E93D5F249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378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15563-A875-89B9-E8C5-C9A1B9E64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CD027F-A4F3-609A-5E63-92989A293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0C8BD7-3D61-1730-70B5-EC5EECAF5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9EAE45-AE13-EE4C-8EE7-D1FB31CC0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0E537D-A0DE-296B-B738-3475A39C6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E7BC53-0CBD-FB0E-0C52-FB369B35B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CA4837-CFCC-2C54-CAEE-4A34E5C5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91D282B-B178-11DC-D890-090CBC99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43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B35F5-3332-F98F-5EEB-11285B23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F3B5C6-FBAB-2C2E-3E0F-6099571DD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BB00B9-F886-BD5C-D222-3BA4DACF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4A65F7-D7BE-839C-0EB2-416F382C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681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0E1150-98EF-A9E7-D043-E0A16F7E2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D78198D-33CD-21F0-B8FF-E5BF71E8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3D0374-4B22-B5DC-AFC7-F66AFFEE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066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D5329-AFC7-10FC-77C5-D5D3C944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FEFCFB-0560-FE7D-F875-6F3BA30EA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09B08B-60B2-9D52-9644-A60A9494E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27BD02-E476-F8E1-870B-FD8DDF76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218102-0DA4-9006-5DC8-3D016A3A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076C44-A935-CC12-C118-9FDEBDDD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8883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7E378-7671-A3B9-851E-CF805CEA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E5B118-15DD-AD35-80DD-F4607EEF5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5C0979-C915-BA79-3C3C-C45C6507B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4446C-8F2F-3CA1-E608-C0B6F722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2DAF21-2C16-C328-F2D9-DFC6E2311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049721-0F5C-28AA-4B87-21795AE60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002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D79CD-8C9C-7839-8B7E-4AD003E1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C44969-B286-18A3-2BA8-39A643322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A7DD15-4355-FCF6-AFFC-83FC7596A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4DB626-1337-B917-7B9A-F980334EA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AD8687-11D8-E6E9-6E82-E3ED008D8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268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42075C-DCF3-3371-E488-F8B2975ED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DDD495-84C1-FD81-2946-2F5D70B4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3B59D8-91A5-9CD2-94D4-6DEFEE59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EDC95A-6971-CE2D-71C4-FB259F06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555F8A-8EAD-490C-04AD-DA9029ED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609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8000" b="-10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9D8509-1D33-D572-0E63-E477C993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DD111E-4161-E158-2BBB-31CB834F3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5BC3AE-26AA-5BDE-EC9A-0AD243687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5A919-B6C7-40A8-B4E1-0099AEC730F5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9600C0-81B8-1FB6-4935-5D0A9FDD8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04348D-6326-3FD2-CCC5-BEA381DC1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178BF-B015-4D91-9B49-FA0C61E898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500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71E4F-1B3D-3FEB-82FF-C019BF334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831" y="672003"/>
            <a:ext cx="11302337" cy="1754326"/>
          </a:xfrm>
        </p:spPr>
        <p:txBody>
          <a:bodyPr>
            <a:normAutofit/>
          </a:bodyPr>
          <a:lstStyle/>
          <a:p>
            <a:r>
              <a:rPr lang="es-E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Primer trabajo: Sistemas, roles y metodologías del trabajo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32D19ED-6559-6593-2CEB-8A0B4FC32474}"/>
              </a:ext>
            </a:extLst>
          </p:cNvPr>
          <p:cNvSpPr/>
          <p:nvPr/>
        </p:nvSpPr>
        <p:spPr>
          <a:xfrm>
            <a:off x="139700" y="5003800"/>
            <a:ext cx="43434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6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Vega Iara</a:t>
            </a:r>
          </a:p>
          <a:p>
            <a:r>
              <a:rPr lang="es-ES" sz="36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Ocampo Milton</a:t>
            </a:r>
          </a:p>
          <a:p>
            <a:r>
              <a:rPr lang="es-ES" sz="36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Acuña Yesica</a:t>
            </a:r>
          </a:p>
        </p:txBody>
      </p:sp>
    </p:spTree>
    <p:extLst>
      <p:ext uri="{BB962C8B-B14F-4D97-AF65-F5344CB8AC3E}">
        <p14:creationId xmlns:p14="http://schemas.microsoft.com/office/powerpoint/2010/main" val="9346764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E7444-9094-7BBB-4EC9-364E3FF8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424"/>
            <a:ext cx="10515600" cy="1325563"/>
          </a:xfrm>
        </p:spPr>
        <p:txBody>
          <a:bodyPr/>
          <a:lstStyle/>
          <a:p>
            <a:r>
              <a:rPr lang="es-ES" dirty="0"/>
              <a:t>Sistemas, roles y metodologías de 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9CEDFB-8F48-2BF5-132F-EA4ADEAD8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6910FD3-1D3F-EBE3-1214-624E248D9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33" y="1323638"/>
            <a:ext cx="488458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sistemas de información permiten gestionar datos y apoyar la toma de decisiones en todos los niveles de la organización.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analistas de sistemas son responsables de analizar necesidades, diseñar soluciones y coordinar el desarrollo de los sistemas.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desarrollo de sistemas sigue una metodología que incluye: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Análisis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Diseño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Pruebas y mantenimiento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También se consideran aspectos como la interacción humano-computadora (HCI) y el uso de herramientas CASE para mejorar el proceso.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9B6A37C-6763-0903-B7DC-A19E7A66C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63" y="1530974"/>
            <a:ext cx="6857937" cy="455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1415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AF612-8A64-DE23-BA13-FE50B2F3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sistemas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BA1560-25BE-94B5-E5F4-AA0F37D477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4181" y="2189706"/>
            <a:ext cx="666444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sistemas de información se desarrollan según las necesidades de los usuarios y la empresa.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TPS (Sistemas de Procesamiento de Transacciones): operan en el nivel operacional, gestionando actividades diarias.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OAS y KWS: apoyan el trabajo del conocimiento y la automatización de oficinas.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 y DSS: ayudan a los administradores a analizar información y tomar decisiones.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Sistemas Expertos: utilizan conocimiento especializado para resolver problemas específicos.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ESS, GDSS y CSCWS: apoyan la toma de decisiones estratégicas y colaborativas en la organización.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7185DFA-27D4-5C1F-EAF8-6B7BDFB2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645" y="1779478"/>
            <a:ext cx="4877355" cy="440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62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D80B0-2009-C939-7EF5-1C27DC57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de procesamiento de transacciones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2A7568-E0B4-98A1-47F4-966CBA5F42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5686" y="1910175"/>
            <a:ext cx="56714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Sistemas de Procesamiento de Transacciones (TPS)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sistemas computarizados diseñados para procesar grandes cantidades de transacciones rutinarias, como nóminas e inventarios.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Automatizan tareas operativas, reduciendo el tiempo y el trabajo manual necesario para realizarlas.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Permiten que la organización interactúe con su entorno externo mediante el manejo de información.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administradores utilizan los datos generados por estos sistemas para conocer el estado actual de la empresa.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fundamental que funcionen sin interrupciones, ya que sostienen las operaciones diarias del negocio.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1FCAB9-2A35-235C-1D12-C9EBEE7B1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5" r="7277" b="21054"/>
          <a:stretch>
            <a:fillRect/>
          </a:stretch>
        </p:blipFill>
        <p:spPr>
          <a:xfrm>
            <a:off x="6096000" y="2081029"/>
            <a:ext cx="6096000" cy="344766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001F3EF-CA1F-1943-DDCE-DA7F4FB12DE4}"/>
              </a:ext>
            </a:extLst>
          </p:cNvPr>
          <p:cNvSpPr/>
          <p:nvPr/>
        </p:nvSpPr>
        <p:spPr>
          <a:xfrm>
            <a:off x="11190514" y="2079171"/>
            <a:ext cx="1001486" cy="870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21314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08AA0-A00A-C630-3576-632CE6489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247"/>
            <a:ext cx="10874829" cy="949067"/>
          </a:xfrm>
        </p:spPr>
        <p:txBody>
          <a:bodyPr>
            <a:normAutofit fontScale="90000"/>
          </a:bodyPr>
          <a:lstStyle/>
          <a:p>
            <a:r>
              <a:rPr lang="es-ES" dirty="0"/>
              <a:t>Sistema de automatización de </a:t>
            </a:r>
            <a:r>
              <a:rPr lang="es-AR" dirty="0"/>
              <a:t>oficinas y sistemas de trabajo de conocimiento</a:t>
            </a: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B47B2E-D527-CAA9-33E9-4C07BE850B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86401" y="2177629"/>
            <a:ext cx="613805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este nivel existen dos tipos de sistemas: OAS y KWS.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OAS (Sistemas de Automatización de Oficinas): ayudan a analizar, transformar y compartir información dentro de la organización.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Incluyen herramientas como procesadores de texto, hojas de cálculo, diseño gráfico, correo electrónico y teleconferencias.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KWS (Sistemas de Trabajo de Conocimiento): apoyan a profesionales como científicos, ingenieros y médicos en la creación y desarrollo de conocimiento.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Estos sistemas facilitan la generación y el intercambio de conocimiento dentro de la organización o la sociedad.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AD004B8-5366-9FE1-4B27-CC6EDAD2C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4" y="3713267"/>
            <a:ext cx="4208107" cy="341632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3157AB4-31C0-08D9-B92C-490B57392C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10"/>
          <a:stretch>
            <a:fillRect/>
          </a:stretch>
        </p:blipFill>
        <p:spPr>
          <a:xfrm>
            <a:off x="628644" y="1524001"/>
            <a:ext cx="4208107" cy="263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2639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22BD4-2306-A095-9BF6-54359C73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Sistemas de información administrativa</a:t>
            </a: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2FB6AC-45A1-54AE-26FC-A0F319DC7E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458" y="2287618"/>
            <a:ext cx="6172200" cy="3125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1800" dirty="0"/>
              <a:t>Los MIS integran el procesamiento de transacciones y no lo reemplazan.</a:t>
            </a:r>
          </a:p>
          <a:p>
            <a:r>
              <a:rPr lang="es-ES" sz="1800" dirty="0"/>
              <a:t>Funcionan mediante la interacción entre personas, software y hardware.</a:t>
            </a:r>
          </a:p>
          <a:p>
            <a:r>
              <a:rPr lang="es-ES" sz="1800" dirty="0"/>
              <a:t>Permiten realizar análisis y apoyar la toma de decisiones.</a:t>
            </a:r>
          </a:p>
          <a:p>
            <a:r>
              <a:rPr lang="es-ES" sz="1800" dirty="0"/>
              <a:t>Utilizan una base de datos común para acceder e interpretar la información.</a:t>
            </a:r>
          </a:p>
          <a:p>
            <a:r>
              <a:rPr lang="es-ES" sz="1800" dirty="0"/>
              <a:t>Ayudan a integrar funciones dentro de la organización y mejorar la gestión.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21B3DB-CBC2-8F07-B2C0-C06AF3FC6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6" r="42752" b="326"/>
          <a:stretch>
            <a:fillRect/>
          </a:stretch>
        </p:blipFill>
        <p:spPr>
          <a:xfrm>
            <a:off x="7116251" y="1624238"/>
            <a:ext cx="4531723" cy="445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4390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4837D-0B28-534F-0336-5D65321B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Sistema de soporte de decisiones</a:t>
            </a:r>
            <a:endParaRPr lang="es-E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2F88EF-122F-6417-50CA-5425638788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6682" y="2274129"/>
            <a:ext cx="594425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sistemas de información que apoyan la toma de decisiones.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Utilizan bases de datos para analizar información.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Ayudan en todas las etapas del proceso de decisión, aunque la decisión final la toma el usuario.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más flexibles y adaptados al usuario que los sistemas administrativos tradicionales.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También se relacionan con la inteligencia de negocios (Business </a:t>
            </a:r>
            <a:r>
              <a:rPr kumimoji="0" lang="es-ES" altLang="es-E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Intelligence</a:t>
            </a: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6093431-B698-D2A8-FABE-6D79B4A6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941" y="2076581"/>
            <a:ext cx="5921059" cy="325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4312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7E71F-8593-44BD-85D4-F8190024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Inteligencia artificial y sistemas expertos</a:t>
            </a: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232473-0953-740E-8A5F-67B5077DD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2411" y="1927669"/>
            <a:ext cx="582193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inteligencia artificial (IA) busca crear sistemas que simulen la inteligencia humana, como comprender lenguaje y razonar problemas.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sistemas expertos utilizan técnicas de IA para resolver problemas específicos en las organizaciones.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Funcionan capturando el conocimiento de expertos humanos y aplicándolo a situaciones similares.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diferencia de otros sistemas, pueden sugerir directamente la mejor solución a un problema.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Sus componentes principales son: base de conocimiento, motor de inferencia e interfaz de usuario.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A8E412-8FD5-DA9E-1B5D-8BE96E3ED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107" y="1878077"/>
            <a:ext cx="5510893" cy="310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7691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9104F-16E9-ED2B-B5CD-16F1D4BA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90" y="373052"/>
            <a:ext cx="11307837" cy="1550989"/>
          </a:xfrm>
        </p:spPr>
        <p:txBody>
          <a:bodyPr>
            <a:normAutofit fontScale="90000"/>
          </a:bodyPr>
          <a:lstStyle/>
          <a:p>
            <a:r>
              <a:rPr lang="es-AR" dirty="0"/>
              <a:t>Sistemas de soporte de decisiones en grupo y sistemas de trabajo colaborativo asistido por la computadora</a:t>
            </a:r>
            <a:endParaRPr lang="es-E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735302-CF23-55CB-4888-396B8565BE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293133"/>
            <a:ext cx="631371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organizaciones utilizan equipos de trabajo para tomar decisiones en conjunto.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GDSS ayudan a los grupos a resolver problemas semiestructurados o no estructurados con apoyo tecnológico.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Utilizan herramientas como encuestas, cuestionarios, lluvia de ideas y análisis de escenarios.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Buscan mejorar la participación y evitar problemas de grupo, como la dominación de algunos miembros.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relacionan con los CSCWS, que permiten la colaboración en equipo mediante computadoras y redes.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C926D61-FC29-D239-7B74-D42687867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116" y="1550989"/>
            <a:ext cx="3994490" cy="493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392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4E7EE-1403-D56B-C2A2-3E987A953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Sistema de soporte para ejecutivos</a:t>
            </a: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975056-C5B3-A741-1FCC-464D19FAFE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6900" y="2051813"/>
            <a:ext cx="5969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Ayudan a los ejecutivos a tomar decisiones estratégicas.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Utilizan información proveniente de sistemas TPS y MIS.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Ofrecen herramientas gráficas y de comunicación para analizar información.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Apoyan la resolución de problemas no estructurados.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Permiten a los ejecutivos comprender mejor el entorno de la organización y planificar estrategias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439B9CD-0E7C-3E08-DD03-25B0DEF75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900" y="1559766"/>
            <a:ext cx="5600700" cy="373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8474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9EC71-1957-3CA4-F429-283A56153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BBFE6-FCE5-230F-F4B9-4E9CEB0FE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2665" y="2780986"/>
            <a:ext cx="7746669" cy="1042028"/>
          </a:xfrm>
        </p:spPr>
        <p:txBody>
          <a:bodyPr>
            <a:normAutofit/>
          </a:bodyPr>
          <a:lstStyle/>
          <a:p>
            <a:r>
              <a:rPr lang="es-E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Gracias por ver</a:t>
            </a:r>
          </a:p>
        </p:txBody>
      </p:sp>
    </p:spTree>
    <p:extLst>
      <p:ext uri="{BB962C8B-B14F-4D97-AF65-F5344CB8AC3E}">
        <p14:creationId xmlns:p14="http://schemas.microsoft.com/office/powerpoint/2010/main" val="369061263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Words>815</Words>
  <Application>Microsoft Office PowerPoint</Application>
  <PresentationFormat>Panorámica</PresentationFormat>
  <Paragraphs>65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Primer trabajo: Sistemas, roles y metodologías del trabajo</vt:lpstr>
      <vt:lpstr>Sistemas, roles y metodologías de desarrollo</vt:lpstr>
      <vt:lpstr>Tipos de sistemas</vt:lpstr>
      <vt:lpstr>Sistemas de procesamiento de transacciones</vt:lpstr>
      <vt:lpstr>Sistema de automatización de oficinas y sistemas de trabajo de conocimiento</vt:lpstr>
      <vt:lpstr>Sistemas de información administrativa</vt:lpstr>
      <vt:lpstr>Sistema de soporte de decisiones</vt:lpstr>
      <vt:lpstr>Inteligencia artificial y sistemas expertos</vt:lpstr>
      <vt:lpstr>Sistemas de soporte de decisiones en grupo y sistemas de trabajo colaborativo asistido por la computadora</vt:lpstr>
      <vt:lpstr>Sistema de soporte para ejecutivos</vt:lpstr>
      <vt:lpstr>Gracias por 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Milton Ocampo</dc:creator>
  <cp:lastModifiedBy>Milton Ocampo</cp:lastModifiedBy>
  <cp:revision>1</cp:revision>
  <dcterms:created xsi:type="dcterms:W3CDTF">2026-03-12T14:11:12Z</dcterms:created>
  <dcterms:modified xsi:type="dcterms:W3CDTF">2026-03-19T02:07:10Z</dcterms:modified>
</cp:coreProperties>
</file>